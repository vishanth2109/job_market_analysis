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288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ANALYSIS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on data science hiring, pay, and skills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r>
              <a:rPr lang="en-US" sz="1300" dirty="0" err="1">
                <a:solidFill>
                  <a:srgbClr val="8C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Vishanth</a:t>
            </a:r>
            <a:r>
              <a:rPr lang="en-US" sz="1300" dirty="0">
                <a:solidFill>
                  <a:srgbClr val="8C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3D5AFE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783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&amp; MA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 both job volume and pay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783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SQL / Excel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Near-universal baseline skills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783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$50.7K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gap: senior vs. junior roles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7830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 &amp; Pharma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3017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hiring industry (112 postings)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analyzes 742 data-science job postings to identify where the jobs are, what they pay, and what employers expect — guiding job seekers and informing employer hiring strategy.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647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373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742 rows / 42 features from the project MySQL database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an empty stray column and cleaned company-name artifacts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91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-1 placeholders in Rating, Founded, and Age as missing and imputed with the median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965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69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data-entry corruption in company Size ("Jan-50" → "1-50")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737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846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job title and seniority text for consistent analysis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Jobs Are</a:t>
            </a:r>
            <a:endParaRPr lang="en-US" sz="3000" dirty="0"/>
          </a:p>
        </p:txBody>
      </p:sp>
      <p:pic>
        <p:nvPicPr>
          <p:cNvPr id="3" name="Image 0" descr="charts/q1_top_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035040" cy="3352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15544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leads decisively with 152 postings — 45% ahead of #2 Massachusetts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29718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(CA, MA, NY, VA, IL) account for over 45% of all postings nationally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Pay Is Best</a:t>
            </a:r>
            <a:endParaRPr lang="en-US" sz="3000" dirty="0"/>
          </a:p>
        </p:txBody>
      </p:sp>
      <p:pic>
        <p:nvPicPr>
          <p:cNvPr id="3" name="Image 0" descr="charts/q3_avg_salary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035040" cy="3352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15544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tops both volume AND pay — avg. salary $123.5K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29718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($116.7K) and Washington DC ($110.2K) round out the top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43891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job-volume states also tend to pay the most — a rare seeker-friendly overlap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Hiring</a:t>
            </a:r>
            <a:endParaRPr lang="en-US" sz="3000" dirty="0"/>
          </a:p>
        </p:txBody>
      </p:sp>
      <p:pic>
        <p:nvPicPr>
          <p:cNvPr id="3" name="Image 0" descr="charts/q4_top_indus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3044952"/>
          </a:xfrm>
          <a:prstGeom prst="rect">
            <a:avLst/>
          </a:prstGeom>
        </p:spPr>
      </p:pic>
      <p:pic>
        <p:nvPicPr>
          <p:cNvPr id="4" name="Image 1" descr="charts/q5_top_compan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486400" cy="30449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&amp; Pharmaceuticals dominates (112 postings) — nearly double #2 Insurance Carriers. No single employer dominates: Takeda, MassMutual, and Reynolds American tie for the most openings at just 14 each, showing a fragmented, employer-diverse market.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Titles &amp; What They Pay</a:t>
            </a:r>
            <a:endParaRPr lang="en-US" sz="3000" dirty="0"/>
          </a:p>
        </p:txBody>
      </p:sp>
      <p:pic>
        <p:nvPicPr>
          <p:cNvPr id="3" name="Image 0" descr="charts/q6_top_tit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3044952"/>
          </a:xfrm>
          <a:prstGeom prst="rect">
            <a:avLst/>
          </a:prstGeom>
        </p:spPr>
      </p:pic>
      <p:pic>
        <p:nvPicPr>
          <p:cNvPr id="4" name="Image 1" descr="charts/q7_salary_by_ti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486400" cy="30449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Scientist” is the most common title (313 postings, 42%) and pays well ($118.3K avg). Analysts are common but pay least ($66.1K) — less than half of Director-level pay ($130.8K). Specialization (ML Engineer, $126.4K) outpays generalist roles.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Skill Stack</a:t>
            </a:r>
            <a:endParaRPr lang="en-US" sz="3000" dirty="0"/>
          </a:p>
        </p:txBody>
      </p:sp>
      <p:pic>
        <p:nvPicPr>
          <p:cNvPr id="3" name="Image 0" descr="charts/q8_overall_skill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217920" cy="345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040880" y="1554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(53%), Excel (52%), and SQL (51%) are near-universal requirements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040880" y="29718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Cloud/big-data tools (AWS 24%, Spark 22%, Tableau 20%) form a clear second tier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4389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frameworks are rare overall but concentrated in ML Engineer &amp; Data Scientist roles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Really Drives Pay: Seniority vs. Degree</a:t>
            </a:r>
            <a:endParaRPr lang="en-US" sz="3000" dirty="0"/>
          </a:p>
        </p:txBody>
      </p:sp>
      <p:pic>
        <p:nvPicPr>
          <p:cNvPr id="3" name="Image 0" descr="charts/q9_salary_by_deg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3044952"/>
          </a:xfrm>
          <a:prstGeom prst="rect">
            <a:avLst/>
          </a:prstGeom>
        </p:spPr>
      </p:pic>
      <p:pic>
        <p:nvPicPr>
          <p:cNvPr id="4" name="Image 1" descr="charts/q10_salary_by_senio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486400" cy="30449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PhD preference adds ~$21K over no degree preference ($116.0K vs. $94.7K). But seniority matters more: senior roles average $121.7K vs. $71.0K for junior — a $50.7K gap, over twice the degree effect.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Job Seekers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 Python, SQL, and Excel fundamentals first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CA, MA, or NY for the deepest, best-paying markets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(ML Engineer) or move into leadership for above-average pay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488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postings by seniority and growth path, not just tools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926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on compensation and clarity — no single employer dominates hiring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703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biotech/insurance pay against state-level tech-sector averages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 |  PRDA-04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554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vishanth21092005@outlook.com</cp:lastModifiedBy>
  <cp:revision>2</cp:revision>
  <dcterms:created xsi:type="dcterms:W3CDTF">2026-09-12T08:35:49Z</dcterms:created>
  <dcterms:modified xsi:type="dcterms:W3CDTF">2026-09-12T10:46:26Z</dcterms:modified>
</cp:coreProperties>
</file>